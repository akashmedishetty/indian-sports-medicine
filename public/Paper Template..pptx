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693400"/>
  <p:notesSz cx="6858000" cy="9144000"/>
  <p:embeddedFontLst>
    <p:embeddedFont>
      <p:font typeface="Inter Bold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4688"/>
            <a:ext cx="18288000" cy="2035753"/>
            <a:chOff x="0" y="0"/>
            <a:chExt cx="4816593" cy="5361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36165"/>
            </a:xfrm>
            <a:custGeom>
              <a:avLst/>
              <a:gdLst/>
              <a:ahLst/>
              <a:cxnLst/>
              <a:rect l="l" t="t" r="r" b="b"/>
              <a:pathLst>
                <a:path w="4816592" h="536165">
                  <a:moveTo>
                    <a:pt x="0" y="0"/>
                  </a:moveTo>
                  <a:lnTo>
                    <a:pt x="4816592" y="0"/>
                  </a:lnTo>
                  <a:lnTo>
                    <a:pt x="4816592" y="536165"/>
                  </a:lnTo>
                  <a:lnTo>
                    <a:pt x="0" y="536165"/>
                  </a:lnTo>
                  <a:close/>
                </a:path>
              </a:pathLst>
            </a:custGeom>
            <a:solidFill>
              <a:srgbClr val="F3EED3"/>
            </a:solidFill>
            <a:ln w="57150" cap="sq">
              <a:solidFill>
                <a:srgbClr val="CCA74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564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9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68106" y="82074"/>
            <a:ext cx="1817568" cy="1693732"/>
          </a:xfrm>
          <a:custGeom>
            <a:avLst/>
            <a:gdLst/>
            <a:ahLst/>
            <a:cxnLst/>
            <a:rect l="l" t="t" r="r" b="b"/>
            <a:pathLst>
              <a:path w="1817568" h="1693732">
                <a:moveTo>
                  <a:pt x="0" y="0"/>
                </a:moveTo>
                <a:lnTo>
                  <a:pt x="1817568" y="0"/>
                </a:lnTo>
                <a:lnTo>
                  <a:pt x="1817568" y="1693732"/>
                </a:lnTo>
                <a:lnTo>
                  <a:pt x="0" y="1693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73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3106400" y="574968"/>
            <a:ext cx="4986141" cy="998171"/>
            <a:chOff x="0" y="0"/>
            <a:chExt cx="6648188" cy="1330895"/>
          </a:xfrm>
        </p:grpSpPr>
        <p:sp>
          <p:nvSpPr>
            <p:cNvPr id="7" name="Freeform 7"/>
            <p:cNvSpPr/>
            <p:nvPr/>
          </p:nvSpPr>
          <p:spPr>
            <a:xfrm>
              <a:off x="1074909" y="94383"/>
              <a:ext cx="962755" cy="1071234"/>
            </a:xfrm>
            <a:custGeom>
              <a:avLst/>
              <a:gdLst/>
              <a:ahLst/>
              <a:cxnLst/>
              <a:rect l="l" t="t" r="r" b="b"/>
              <a:pathLst>
                <a:path w="962755" h="1071234">
                  <a:moveTo>
                    <a:pt x="0" y="0"/>
                  </a:moveTo>
                  <a:lnTo>
                    <a:pt x="962755" y="0"/>
                  </a:lnTo>
                  <a:lnTo>
                    <a:pt x="962755" y="1071234"/>
                  </a:lnTo>
                  <a:lnTo>
                    <a:pt x="0" y="1071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3929416" y="0"/>
              <a:ext cx="980000" cy="1260000"/>
            </a:xfrm>
            <a:custGeom>
              <a:avLst/>
              <a:gdLst/>
              <a:ahLst/>
              <a:cxnLst/>
              <a:rect l="l" t="t" r="r" b="b"/>
              <a:pathLst>
                <a:path w="980000" h="1260000">
                  <a:moveTo>
                    <a:pt x="0" y="0"/>
                  </a:moveTo>
                  <a:lnTo>
                    <a:pt x="980000" y="0"/>
                  </a:lnTo>
                  <a:lnTo>
                    <a:pt x="980000" y="1260000"/>
                  </a:lnTo>
                  <a:lnTo>
                    <a:pt x="0" y="126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664650" cy="1260000"/>
            </a:xfrm>
            <a:custGeom>
              <a:avLst/>
              <a:gdLst/>
              <a:ahLst/>
              <a:cxnLst/>
              <a:rect l="l" t="t" r="r" b="b"/>
              <a:pathLst>
                <a:path w="664650" h="1260000">
                  <a:moveTo>
                    <a:pt x="0" y="0"/>
                  </a:moveTo>
                  <a:lnTo>
                    <a:pt x="664650" y="0"/>
                  </a:lnTo>
                  <a:lnTo>
                    <a:pt x="664650" y="1260000"/>
                  </a:lnTo>
                  <a:lnTo>
                    <a:pt x="0" y="126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447923" y="94383"/>
              <a:ext cx="1071234" cy="1071234"/>
            </a:xfrm>
            <a:custGeom>
              <a:avLst/>
              <a:gdLst/>
              <a:ahLst/>
              <a:cxnLst/>
              <a:rect l="l" t="t" r="r" b="b"/>
              <a:pathLst>
                <a:path w="1071234" h="1071234">
                  <a:moveTo>
                    <a:pt x="0" y="0"/>
                  </a:moveTo>
                  <a:lnTo>
                    <a:pt x="1071234" y="0"/>
                  </a:lnTo>
                  <a:lnTo>
                    <a:pt x="1071234" y="1071234"/>
                  </a:lnTo>
                  <a:lnTo>
                    <a:pt x="0" y="1071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17293" y="0"/>
              <a:ext cx="1330895" cy="1330895"/>
            </a:xfrm>
            <a:custGeom>
              <a:avLst/>
              <a:gdLst/>
              <a:ahLst/>
              <a:cxnLst/>
              <a:rect l="l" t="t" r="r" b="b"/>
              <a:pathLst>
                <a:path w="1330895" h="1330895">
                  <a:moveTo>
                    <a:pt x="0" y="0"/>
                  </a:moveTo>
                  <a:lnTo>
                    <a:pt x="1330895" y="0"/>
                  </a:lnTo>
                  <a:lnTo>
                    <a:pt x="1330895" y="1330895"/>
                  </a:lnTo>
                  <a:lnTo>
                    <a:pt x="0" y="1330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546028" y="288803"/>
            <a:ext cx="8601535" cy="440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34"/>
              </a:lnSpc>
              <a:spcBef>
                <a:spcPct val="0"/>
              </a:spcBef>
            </a:pPr>
            <a:r>
              <a:rPr lang="en-US" sz="2524" b="1" spc="-75" dirty="0">
                <a:solidFill>
                  <a:srgbClr val="441712"/>
                </a:solidFill>
                <a:latin typeface="Inter Bold"/>
                <a:ea typeface="Inter Bold"/>
                <a:cs typeface="Inter Bold"/>
                <a:sym typeface="Inter Bold"/>
              </a:rPr>
              <a:t>12TH  INDIAN SOCIETY FOR SURGERY OF THE HAND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62699" y="832643"/>
            <a:ext cx="8601535" cy="41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34"/>
              </a:lnSpc>
              <a:spcBef>
                <a:spcPct val="0"/>
              </a:spcBef>
            </a:pPr>
            <a:r>
              <a:rPr lang="en-US" sz="2524" b="1" spc="-75" dirty="0">
                <a:solidFill>
                  <a:srgbClr val="441712"/>
                </a:solidFill>
                <a:latin typeface="Inter Bold"/>
                <a:ea typeface="Inter Bold"/>
                <a:cs typeface="Inter Bold"/>
                <a:sym typeface="Inter Bold"/>
              </a:rPr>
              <a:t>DATE: 25 &amp; 26TH APRIL,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46027" y="1367098"/>
            <a:ext cx="8601535" cy="440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34"/>
              </a:lnSpc>
              <a:spcBef>
                <a:spcPct val="0"/>
              </a:spcBef>
            </a:pPr>
            <a:r>
              <a:rPr lang="en-US" sz="2524" b="1" spc="-75" dirty="0">
                <a:solidFill>
                  <a:srgbClr val="441712"/>
                </a:solidFill>
                <a:latin typeface="Inter Bold"/>
                <a:ea typeface="Inter Bold"/>
                <a:cs typeface="Inter Bold"/>
                <a:sym typeface="Inter Bold"/>
              </a:rPr>
              <a:t>VENUE: HICC NOVOTEL, HYDERABAD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 Bold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ISSH ALL</dc:title>
  <cp:lastModifiedBy>Virinchi Vinay</cp:lastModifiedBy>
  <cp:revision>2</cp:revision>
  <dcterms:created xsi:type="dcterms:W3CDTF">2006-08-16T00:00:00Z</dcterms:created>
  <dcterms:modified xsi:type="dcterms:W3CDTF">2026-04-16T18:16:47Z</dcterms:modified>
  <dc:identifier>DAG8EAppqgY</dc:identifier>
</cp:coreProperties>
</file>